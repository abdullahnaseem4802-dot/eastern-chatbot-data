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3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90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8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6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7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31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4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2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8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3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012325-00B5-4A65-8A7E-93CE999A1CB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36C757B-08FC-4E4E-A24D-ADBCB683315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3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DIY Pest Prevention Tips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Room-by-Room Prevention Guide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611" y="78377"/>
            <a:ext cx="10058400" cy="101019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/>
              <a:t>KITCHEN PEST PREVENTION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41480"/>
              </p:ext>
            </p:extLst>
          </p:nvPr>
        </p:nvGraphicFramePr>
        <p:xfrm>
          <a:off x="800872" y="753699"/>
          <a:ext cx="10058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55204317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99121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Daily Task 1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Daily Task 2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0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Wipe counters after each use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Sweep floors after cooking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75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Take out garbage daily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Wash dishes immediately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443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Wipe stove and oven surfaces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Clean sink after use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5206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7066739"/>
              </p:ext>
            </p:extLst>
          </p:nvPr>
        </p:nvGraphicFramePr>
        <p:xfrm>
          <a:off x="800872" y="2773770"/>
          <a:ext cx="10058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55204317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99121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Weekly Task 1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Weekly Task 2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0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Mop floors with disinfectant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Clean behind appliances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75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Empty and clean garbage bins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Check drawers for crumbs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443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Clean drains with baking soda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Wipe down cabinets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5206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31580"/>
              </p:ext>
            </p:extLst>
          </p:nvPr>
        </p:nvGraphicFramePr>
        <p:xfrm>
          <a:off x="800872" y="4868907"/>
          <a:ext cx="10058400" cy="135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55204317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99121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Monthly Task 1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Monthly Task 2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0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Deep clean oven and microwave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Clean refrigerator coils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75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Organize and clean pantry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Check under sink for leaks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443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Clean light fixtures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Inspect for pest signs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33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928" y="513805"/>
            <a:ext cx="10058400" cy="1158240"/>
          </a:xfrm>
        </p:spPr>
        <p:txBody>
          <a:bodyPr>
            <a:normAutofit/>
          </a:bodyPr>
          <a:lstStyle/>
          <a:p>
            <a:r>
              <a:rPr lang="en-US" sz="2400" b="1" dirty="0"/>
              <a:t>BATHROOM PEST PREVENTION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172450"/>
              </p:ext>
            </p:extLst>
          </p:nvPr>
        </p:nvGraphicFramePr>
        <p:xfrm>
          <a:off x="11816080" y="108668"/>
          <a:ext cx="162560" cy="1927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3867614711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697197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30903" y="2367171"/>
            <a:ext cx="711707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</a:t>
            </a:r>
            <a:r>
              <a:rPr lang="en-US" dirty="0" smtClean="0"/>
              <a:t>        :   Run </a:t>
            </a:r>
            <a:r>
              <a:rPr lang="en-US" dirty="0"/>
              <a:t>exhaust fan, wipe shower walls, hang towels to </a:t>
            </a:r>
            <a:r>
              <a:rPr lang="en-US" dirty="0" smtClean="0"/>
              <a:t>dry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Weekly </a:t>
            </a:r>
            <a:r>
              <a:rPr lang="en-US" dirty="0" smtClean="0"/>
              <a:t>    :   Clean </a:t>
            </a:r>
            <a:r>
              <a:rPr lang="en-US" dirty="0"/>
              <a:t>drains, wash bath mats, check for </a:t>
            </a:r>
            <a:r>
              <a:rPr lang="en-US" dirty="0" smtClean="0"/>
              <a:t>leaks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Monthly </a:t>
            </a:r>
            <a:r>
              <a:rPr lang="en-US" dirty="0" smtClean="0"/>
              <a:t>  :   Inspect </a:t>
            </a:r>
            <a:r>
              <a:rPr lang="en-US" dirty="0"/>
              <a:t>caulking, check for water damage, test exhaust fan</a:t>
            </a:r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63259" y="3531717"/>
            <a:ext cx="2934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Natural Drain Cleaner Recipe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0903" y="1767301"/>
            <a:ext cx="745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Tasks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163258" y="4019139"/>
            <a:ext cx="4673139" cy="32778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Step1:  Pour </a:t>
            </a:r>
            <a:r>
              <a:rPr lang="en-US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1/2 cup baking soda down </a:t>
            </a: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drain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Step2:  Follow </a:t>
            </a:r>
            <a:r>
              <a:rPr lang="en-US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with 1/2 cup white </a:t>
            </a: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vinegar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Step3:  Let </a:t>
            </a:r>
            <a:r>
              <a:rPr lang="en-US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sit 30 </a:t>
            </a: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minutes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Step4:  Flush </a:t>
            </a:r>
            <a:r>
              <a:rPr lang="en-US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with hot </a:t>
            </a: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water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Step5:  Repeat </a:t>
            </a:r>
            <a:r>
              <a:rPr lang="en-US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weekly for prevention</a:t>
            </a:r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dirty="0" smtClean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US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53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535" y="97182"/>
            <a:ext cx="3028393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</a:pPr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BEDROOM PEST PREVENTION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506045"/>
              </p:ext>
            </p:extLst>
          </p:nvPr>
        </p:nvGraphicFramePr>
        <p:xfrm>
          <a:off x="2032000" y="719666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11">
                  <a:extLst>
                    <a:ext uri="{9D8B030D-6E8A-4147-A177-3AD203B41FA5}">
                      <a16:colId xmlns:a16="http://schemas.microsoft.com/office/drawing/2014/main" val="1808876708"/>
                    </a:ext>
                  </a:extLst>
                </a:gridCol>
                <a:gridCol w="6389189">
                  <a:extLst>
                    <a:ext uri="{9D8B030D-6E8A-4147-A177-3AD203B41FA5}">
                      <a16:colId xmlns:a16="http://schemas.microsoft.com/office/drawing/2014/main" val="4024796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Prevention Methods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896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Bed Bug Prevention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Use zippered encasements, wash sheets weekly in hot water (60°C)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472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Clutter Control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Minimize items under bed, keep floor clear, vacuum regularly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88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Closet Care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Use cedar blocks, store in sealed bins, inspect wool/silk items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03633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78579" y="2735879"/>
            <a:ext cx="3004349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</a:pPr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OUTDOOR PEST PREVENTION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809022"/>
              </p:ext>
            </p:extLst>
          </p:nvPr>
        </p:nvGraphicFramePr>
        <p:xfrm>
          <a:off x="2032000" y="350374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57">
                  <a:extLst>
                    <a:ext uri="{9D8B030D-6E8A-4147-A177-3AD203B41FA5}">
                      <a16:colId xmlns:a16="http://schemas.microsoft.com/office/drawing/2014/main" val="1469609697"/>
                    </a:ext>
                  </a:extLst>
                </a:gridCol>
                <a:gridCol w="6241143">
                  <a:extLst>
                    <a:ext uri="{9D8B030D-6E8A-4147-A177-3AD203B41FA5}">
                      <a16:colId xmlns:a16="http://schemas.microsoft.com/office/drawing/2014/main" val="1723235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Actions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285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Vegetation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Trim trees 2 feet from house, remove dead branches, keep grass short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199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Firewood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Store 20 feet from house, keep off ground, cover top only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443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Water Management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Fix leaky faucets, ensure drainage, clean gutters quarterly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6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Foundation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Seal cracks with caulk, use copper mesh for gaps, check vents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92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17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5182" y="166850"/>
            <a:ext cx="311816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</a:pPr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Natural Pest Repellent Recipes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036509"/>
              </p:ext>
            </p:extLst>
          </p:nvPr>
        </p:nvGraphicFramePr>
        <p:xfrm>
          <a:off x="2032000" y="719666"/>
          <a:ext cx="8128000" cy="172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891">
                  <a:extLst>
                    <a:ext uri="{9D8B030D-6E8A-4147-A177-3AD203B41FA5}">
                      <a16:colId xmlns:a16="http://schemas.microsoft.com/office/drawing/2014/main" val="2770349508"/>
                    </a:ext>
                  </a:extLst>
                </a:gridCol>
                <a:gridCol w="6511109">
                  <a:extLst>
                    <a:ext uri="{9D8B030D-6E8A-4147-A177-3AD203B41FA5}">
                      <a16:colId xmlns:a16="http://schemas.microsoft.com/office/drawing/2014/main" val="2091400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Recipe</a:t>
                      </a:r>
                      <a:endParaRPr lang="en-US" sz="14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Ingredients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19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All-Purpose Spray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2 cups water + 10 drops peppermint oil + 10 drops tea tree oil + 1 </a:t>
                      </a:r>
                      <a:r>
                        <a:rPr lang="en-US" sz="1400" dirty="0" err="1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tbsp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 dish soap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449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Ant Deterrent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 cup water + 1 cup white vinegar + 10 drops lemon essential oil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747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Mosquito Repellent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1/2 cup witch hazel + 1/2 cup apple cider vinegar + 40 </a:t>
                      </a:r>
                      <a:r>
                        <a:rPr lang="en-US" sz="1400" dirty="0" smtClean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drops citronella/eucalyptus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278268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35182" y="3101639"/>
            <a:ext cx="2714205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</a:pPr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DIY Solutions by Pest Type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93283"/>
              </p:ext>
            </p:extLst>
          </p:nvPr>
        </p:nvGraphicFramePr>
        <p:xfrm>
          <a:off x="2032000" y="398538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131">
                  <a:extLst>
                    <a:ext uri="{9D8B030D-6E8A-4147-A177-3AD203B41FA5}">
                      <a16:colId xmlns:a16="http://schemas.microsoft.com/office/drawing/2014/main" val="2843383147"/>
                    </a:ext>
                  </a:extLst>
                </a:gridCol>
                <a:gridCol w="6876869">
                  <a:extLst>
                    <a:ext uri="{9D8B030D-6E8A-4147-A177-3AD203B41FA5}">
                      <a16:colId xmlns:a16="http://schemas.microsoft.com/office/drawing/2014/main" val="142021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Pest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DIY Methods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752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Ants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Vinegar spray (50/50), cinnamon at entry points, borax + sugar bait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354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Cockroaches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Boric acid + flour + sugar, diatomaceous earth in cracks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328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Mosquitoes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Eliminate standing water, plant citronella, use fans outdoors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7545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Flies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Apple cider vinegar trap, wine bottle trap, fruit trap in jar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33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84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7665" y="114599"/>
            <a:ext cx="3578224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</a:pPr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Monthly Home Inspection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99658"/>
              </p:ext>
            </p:extLst>
          </p:nvPr>
        </p:nvGraphicFramePr>
        <p:xfrm>
          <a:off x="2032000" y="719666"/>
          <a:ext cx="8128000" cy="172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554">
                  <a:extLst>
                    <a:ext uri="{9D8B030D-6E8A-4147-A177-3AD203B41FA5}">
                      <a16:colId xmlns:a16="http://schemas.microsoft.com/office/drawing/2014/main" val="3660025791"/>
                    </a:ext>
                  </a:extLst>
                </a:gridCol>
                <a:gridCol w="6650446">
                  <a:extLst>
                    <a:ext uri="{9D8B030D-6E8A-4147-A177-3AD203B41FA5}">
                      <a16:colId xmlns:a16="http://schemas.microsoft.com/office/drawing/2014/main" val="1916310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Inspection Points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55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Exterior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Check foundation cracks, inspect roof/eaves, look for entry points, check outdoor lighting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278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Interior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Inspect kitchens/bathrooms, check under sinks, look in corners, inspect stored items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141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Attic/Basement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Look for droppings, check for moisture, inspect stored items, check ventilation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973129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27665" y="2779421"/>
            <a:ext cx="470192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</a:pPr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When DIY is NOT Enough - Call Eastern Services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077284"/>
              </p:ext>
            </p:extLst>
          </p:nvPr>
        </p:nvGraphicFramePr>
        <p:xfrm>
          <a:off x="2032000" y="335163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760798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86881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Call Immediately For: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Also Call For: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450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✗ Termite infestations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✗ Bed bug problems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76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✗ Large rodent populations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✗ Wasp or hornet nests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372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✗ Recurring cockroach issues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✗ Structural pest damage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97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✗ Health-threatening situations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✗ DIY methods fail after 2 weeks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100506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316480" y="5060222"/>
            <a:ext cx="6096000" cy="10920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4472C4"/>
                </a:solidFill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Prevention is Easier Than Treatment!</a:t>
            </a:r>
            <a:endParaRPr lang="en-US" sz="12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For Professional Help</a:t>
            </a:r>
            <a:r>
              <a:rPr lang="en-US" sz="105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: </a:t>
            </a:r>
            <a:r>
              <a:rPr lang="en-US" sz="1400" dirty="0"/>
              <a:t>03361101234</a:t>
            </a:r>
            <a:r>
              <a:rPr lang="en-US" sz="1050" dirty="0" smtClean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lang="en-US" sz="105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| </a:t>
            </a:r>
            <a:r>
              <a:rPr lang="en-US" sz="1400" dirty="0"/>
              <a:t>easternservices.pk@gmail.com</a:t>
            </a:r>
            <a:endParaRPr lang="en-US" sz="12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167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</TotalTime>
  <Words>533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Gothic</vt:lpstr>
      <vt:lpstr>Arial</vt:lpstr>
      <vt:lpstr>Calibri</vt:lpstr>
      <vt:lpstr>Calibri Light</vt:lpstr>
      <vt:lpstr>Cambria</vt:lpstr>
      <vt:lpstr>MS Mincho</vt:lpstr>
      <vt:lpstr>Times New Roman</vt:lpstr>
      <vt:lpstr>Retrospect</vt:lpstr>
      <vt:lpstr>DIY Pest Prevention Tips  </vt:lpstr>
      <vt:lpstr>KITCHEN PEST PREVENTION </vt:lpstr>
      <vt:lpstr>BATHROOM PEST PREVENTION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DIY Pest Prevention Tips</dc:title>
  <dc:creator>User</dc:creator>
  <cp:lastModifiedBy>User</cp:lastModifiedBy>
  <cp:revision>5</cp:revision>
  <dcterms:created xsi:type="dcterms:W3CDTF">2025-11-26T12:44:07Z</dcterms:created>
  <dcterms:modified xsi:type="dcterms:W3CDTF">2025-11-26T13:29:06Z</dcterms:modified>
</cp:coreProperties>
</file>